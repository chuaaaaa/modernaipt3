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ibre Franklin"/>
      <p:regular r:id="rId33"/>
      <p:bold r:id="rId34"/>
      <p:italic r:id="rId35"/>
      <p:boldItalic r:id="rId36"/>
    </p:embeddedFont>
    <p:embeddedFont>
      <p:font typeface="Sofia Sans"/>
      <p:regular r:id="rId37"/>
      <p:bold r:id="rId38"/>
      <p:italic r:id="rId39"/>
      <p:boldItalic r:id="rId40"/>
    </p:embeddedFont>
    <p:embeddedFont>
      <p:font typeface="Sofia Sans SemiBold"/>
      <p:regular r:id="rId41"/>
      <p:bold r:id="rId42"/>
      <p:italic r:id="rId43"/>
      <p:boldItalic r:id="rId44"/>
    </p:embeddedFont>
    <p:embeddedFont>
      <p:font typeface="PT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fiaSans-boldItalic.fntdata"/><Relationship Id="rId20" Type="http://schemas.openxmlformats.org/officeDocument/2006/relationships/slide" Target="slides/slide15.xml"/><Relationship Id="rId42" Type="http://schemas.openxmlformats.org/officeDocument/2006/relationships/font" Target="fonts/SofiaSansSemiBold-bold.fntdata"/><Relationship Id="rId41" Type="http://schemas.openxmlformats.org/officeDocument/2006/relationships/font" Target="fonts/SofiaSansSemiBold-regular.fntdata"/><Relationship Id="rId22" Type="http://schemas.openxmlformats.org/officeDocument/2006/relationships/slide" Target="slides/slide17.xml"/><Relationship Id="rId44" Type="http://schemas.openxmlformats.org/officeDocument/2006/relationships/font" Target="fonts/SofiaSansSemiBold-boldItalic.fntdata"/><Relationship Id="rId21" Type="http://schemas.openxmlformats.org/officeDocument/2006/relationships/slide" Target="slides/slide16.xml"/><Relationship Id="rId43" Type="http://schemas.openxmlformats.org/officeDocument/2006/relationships/font" Target="fonts/SofiaSansSemiBold-italic.fntdata"/><Relationship Id="rId24" Type="http://schemas.openxmlformats.org/officeDocument/2006/relationships/slide" Target="slides/slide19.xml"/><Relationship Id="rId46" Type="http://schemas.openxmlformats.org/officeDocument/2006/relationships/font" Target="fonts/PTSans-bold.fntdata"/><Relationship Id="rId23" Type="http://schemas.openxmlformats.org/officeDocument/2006/relationships/slide" Target="slides/slide18.xml"/><Relationship Id="rId45" Type="http://schemas.openxmlformats.org/officeDocument/2006/relationships/font" Target="fonts/PT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PTSans-boldItalic.fntdata"/><Relationship Id="rId25" Type="http://schemas.openxmlformats.org/officeDocument/2006/relationships/slide" Target="slides/slide20.xml"/><Relationship Id="rId47" Type="http://schemas.openxmlformats.org/officeDocument/2006/relationships/font" Target="fonts/PT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33" Type="http://schemas.openxmlformats.org/officeDocument/2006/relationships/font" Target="fonts/LibreFranklin-regular.fntdata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35" Type="http://schemas.openxmlformats.org/officeDocument/2006/relationships/font" Target="fonts/LibreFranklin-italic.fntdata"/><Relationship Id="rId12" Type="http://schemas.openxmlformats.org/officeDocument/2006/relationships/slide" Target="slides/slide7.xml"/><Relationship Id="rId34" Type="http://schemas.openxmlformats.org/officeDocument/2006/relationships/font" Target="fonts/LibreFranklin-bold.fntdata"/><Relationship Id="rId15" Type="http://schemas.openxmlformats.org/officeDocument/2006/relationships/slide" Target="slides/slide10.xml"/><Relationship Id="rId37" Type="http://schemas.openxmlformats.org/officeDocument/2006/relationships/font" Target="fonts/SofiaSans-regular.fntdata"/><Relationship Id="rId14" Type="http://schemas.openxmlformats.org/officeDocument/2006/relationships/slide" Target="slides/slide9.xml"/><Relationship Id="rId36" Type="http://schemas.openxmlformats.org/officeDocument/2006/relationships/font" Target="fonts/LibreFranklin-boldItalic.fntdata"/><Relationship Id="rId17" Type="http://schemas.openxmlformats.org/officeDocument/2006/relationships/slide" Target="slides/slide12.xml"/><Relationship Id="rId39" Type="http://schemas.openxmlformats.org/officeDocument/2006/relationships/font" Target="fonts/SofiaSans-italic.fntdata"/><Relationship Id="rId16" Type="http://schemas.openxmlformats.org/officeDocument/2006/relationships/slide" Target="slides/slide11.xml"/><Relationship Id="rId38" Type="http://schemas.openxmlformats.org/officeDocument/2006/relationships/font" Target="fonts/Sofia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1f72b0e0c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1f72b0e0c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1f72b0e0c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1f72b0e0c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1f72b0e0c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1f72b0e0c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1f72b0e0c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1f72b0e0c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1f72b0e0c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1f72b0e0c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1f72b0e0c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1f72b0e0c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1f72b0e0c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1f72b0e0c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1f72b0e0c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1f72b0e0c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1f72b0e0c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1f72b0e0c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1f72b0e0c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1f72b0e0c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1f72b0e0c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1f72b0e0c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1f72b0e0c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1f72b0e0c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1f72b0e0c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1f72b0e0c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1f72b0e0c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1f72b0e0c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1f72b0e0c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1f72b0e0c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1f72b0e0c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1f72b0e0c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1f72b0e0c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1f72b0e0c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1f72b0e0c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1f72b0e0c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1f72b0e0c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a1f72b0e0c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1f72b0e0c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1f72b0e0c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1f72b0e0c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1f72b0e0c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1f72b0e0c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1f72b0e0c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9625" y="-25"/>
            <a:ext cx="9188400" cy="5143500"/>
            <a:chOff x="-100" y="-9725"/>
            <a:chExt cx="9188400" cy="5143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" name="Google Shape;12;p2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Sofia Sans"/>
                <a:ea typeface="Sofia Sans"/>
                <a:cs typeface="Sofia Sans"/>
                <a:sym typeface="Sofi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1093100" y="195425"/>
            <a:ext cx="8275575" cy="4107200"/>
            <a:chOff x="1093100" y="195425"/>
            <a:chExt cx="8275575" cy="4107200"/>
          </a:xfrm>
        </p:grpSpPr>
        <p:sp>
          <p:nvSpPr>
            <p:cNvPr id="15" name="Google Shape;15;p2"/>
            <p:cNvSpPr/>
            <p:nvPr/>
          </p:nvSpPr>
          <p:spPr>
            <a:xfrm>
              <a:off x="8781875" y="371582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07525" y="3127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93100" y="1954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8125" y="25717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2" name="Google Shape;22;p3"/>
          <p:cNvGrpSpPr/>
          <p:nvPr/>
        </p:nvGrpSpPr>
        <p:grpSpPr>
          <a:xfrm>
            <a:off x="7814275" y="386450"/>
            <a:ext cx="855450" cy="4590600"/>
            <a:chOff x="7814275" y="386450"/>
            <a:chExt cx="855450" cy="4590600"/>
          </a:xfrm>
        </p:grpSpPr>
        <p:sp>
          <p:nvSpPr>
            <p:cNvPr id="23" name="Google Shape;23;p3"/>
            <p:cNvSpPr/>
            <p:nvPr/>
          </p:nvSpPr>
          <p:spPr>
            <a:xfrm>
              <a:off x="7814275" y="475025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8518225" y="43211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8166250" y="3864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518225" y="10922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" name="Google Shape;27;p3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017726"/>
            <a:ext cx="77040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3" name="Google Shape;33;p4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34" name="Google Shape;34;p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>
            <a:off x="-2986800" y="-3347075"/>
            <a:ext cx="15955275" cy="8010875"/>
            <a:chOff x="-2986800" y="-3347075"/>
            <a:chExt cx="15955275" cy="8010875"/>
          </a:xfrm>
        </p:grpSpPr>
        <p:sp>
          <p:nvSpPr>
            <p:cNvPr id="38" name="Google Shape;38;p4"/>
            <p:cNvSpPr/>
            <p:nvPr/>
          </p:nvSpPr>
          <p:spPr>
            <a:xfrm flipH="1" rot="10800000">
              <a:off x="8784375" y="479700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flipH="1" rot="10800000">
              <a:off x="-2986800" y="-3347075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1342075" y="3255050"/>
            <a:ext cx="30126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1342075" y="1592327"/>
            <a:ext cx="30126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1342076" y="1222988"/>
            <a:ext cx="30126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1342076" y="2886309"/>
            <a:ext cx="30126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6" name="Google Shape;46;p5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47" name="Google Shape;47;p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" name="Google Shape;49;p5"/>
          <p:cNvGrpSpPr/>
          <p:nvPr/>
        </p:nvGrpSpPr>
        <p:grpSpPr>
          <a:xfrm>
            <a:off x="462875" y="198225"/>
            <a:ext cx="8973075" cy="3528450"/>
            <a:chOff x="462875" y="198225"/>
            <a:chExt cx="8973075" cy="3528450"/>
          </a:xfrm>
        </p:grpSpPr>
        <p:sp>
          <p:nvSpPr>
            <p:cNvPr id="50" name="Google Shape;50;p5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0800000">
              <a:off x="8849150" y="107690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 rot="10800000">
              <a:off x="462875" y="36486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5" name="Google Shape;55;p6"/>
          <p:cNvGrpSpPr/>
          <p:nvPr/>
        </p:nvGrpSpPr>
        <p:grpSpPr>
          <a:xfrm rot="10800000">
            <a:off x="-100" y="-9725"/>
            <a:ext cx="9146700" cy="5143500"/>
            <a:chOff x="41600" y="-9725"/>
            <a:chExt cx="9146700" cy="5143500"/>
          </a:xfrm>
        </p:grpSpPr>
        <p:cxnSp>
          <p:nvCxnSpPr>
            <p:cNvPr id="56" name="Google Shape;56;p6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6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" name="Google Shape;58;p6"/>
          <p:cNvSpPr/>
          <p:nvPr/>
        </p:nvSpPr>
        <p:spPr>
          <a:xfrm flipH="1" rot="10800000">
            <a:off x="-3696100" y="479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59" name="Google Shape;59;p6"/>
          <p:cNvGrpSpPr/>
          <p:nvPr/>
        </p:nvGrpSpPr>
        <p:grpSpPr>
          <a:xfrm>
            <a:off x="236675" y="789100"/>
            <a:ext cx="8531575" cy="4725575"/>
            <a:chOff x="236675" y="789100"/>
            <a:chExt cx="8531575" cy="4725575"/>
          </a:xfrm>
        </p:grpSpPr>
        <p:grpSp>
          <p:nvGrpSpPr>
            <p:cNvPr id="60" name="Google Shape;60;p6"/>
            <p:cNvGrpSpPr/>
            <p:nvPr/>
          </p:nvGrpSpPr>
          <p:grpSpPr>
            <a:xfrm>
              <a:off x="236675" y="789100"/>
              <a:ext cx="8531575" cy="4226125"/>
              <a:chOff x="236675" y="789100"/>
              <a:chExt cx="8531575" cy="4226125"/>
            </a:xfrm>
          </p:grpSpPr>
          <p:grpSp>
            <p:nvGrpSpPr>
              <p:cNvPr id="61" name="Google Shape;61;p6"/>
              <p:cNvGrpSpPr/>
              <p:nvPr/>
            </p:nvGrpSpPr>
            <p:grpSpPr>
              <a:xfrm>
                <a:off x="236675" y="789100"/>
                <a:ext cx="6388575" cy="4226125"/>
                <a:chOff x="236675" y="789100"/>
                <a:chExt cx="6388575" cy="4226125"/>
              </a:xfrm>
            </p:grpSpPr>
            <p:sp>
              <p:nvSpPr>
                <p:cNvPr id="62" name="Google Shape;62;p6"/>
                <p:cNvSpPr/>
                <p:nvPr/>
              </p:nvSpPr>
              <p:spPr>
                <a:xfrm>
                  <a:off x="236675" y="4630050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63" name="Google Shape;63;p6"/>
                <p:cNvSpPr/>
                <p:nvPr/>
              </p:nvSpPr>
              <p:spPr>
                <a:xfrm>
                  <a:off x="297650" y="789100"/>
                  <a:ext cx="226800" cy="2268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64" name="Google Shape;64;p6"/>
                <p:cNvSpPr/>
                <p:nvPr/>
              </p:nvSpPr>
              <p:spPr>
                <a:xfrm>
                  <a:off x="6473750" y="4785725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65" name="Google Shape;65;p6"/>
                <p:cNvSpPr/>
                <p:nvPr/>
              </p:nvSpPr>
              <p:spPr>
                <a:xfrm>
                  <a:off x="4024150" y="4937225"/>
                  <a:ext cx="78300" cy="78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</p:grpSp>
          <p:sp>
            <p:nvSpPr>
              <p:cNvPr id="66" name="Google Shape;66;p6"/>
              <p:cNvSpPr/>
              <p:nvPr/>
            </p:nvSpPr>
            <p:spPr>
              <a:xfrm rot="10800000">
                <a:off x="463475" y="1846000"/>
                <a:ext cx="78300" cy="7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67" name="Google Shape;67;p6"/>
              <p:cNvSpPr/>
              <p:nvPr/>
            </p:nvSpPr>
            <p:spPr>
              <a:xfrm rot="10800000">
                <a:off x="8616750" y="3611975"/>
                <a:ext cx="151500" cy="151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</p:grpSp>
        <p:sp>
          <p:nvSpPr>
            <p:cNvPr id="68" name="Google Shape;68;p6"/>
            <p:cNvSpPr/>
            <p:nvPr/>
          </p:nvSpPr>
          <p:spPr>
            <a:xfrm>
              <a:off x="2129850" y="49278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832975" y="820375"/>
            <a:ext cx="3945300" cy="9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" type="subTitle"/>
          </p:nvPr>
        </p:nvSpPr>
        <p:spPr>
          <a:xfrm>
            <a:off x="832975" y="1779100"/>
            <a:ext cx="3945300" cy="24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72" name="Google Shape;72;p7"/>
          <p:cNvSpPr/>
          <p:nvPr>
            <p:ph idx="2" type="pic"/>
          </p:nvPr>
        </p:nvSpPr>
        <p:spPr>
          <a:xfrm>
            <a:off x="5197850" y="150"/>
            <a:ext cx="3084600" cy="51435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3" name="Google Shape;73;p7"/>
          <p:cNvGrpSpPr/>
          <p:nvPr/>
        </p:nvGrpSpPr>
        <p:grpSpPr>
          <a:xfrm>
            <a:off x="466325" y="297350"/>
            <a:ext cx="8869225" cy="4942950"/>
            <a:chOff x="466325" y="297350"/>
            <a:chExt cx="8869225" cy="4942950"/>
          </a:xfrm>
        </p:grpSpPr>
        <p:sp>
          <p:nvSpPr>
            <p:cNvPr id="74" name="Google Shape;74;p7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 flipH="1">
              <a:off x="8870550" y="4775300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 flipH="1"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80" name="Google Shape;80;p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84" name="Google Shape;84;p8"/>
          <p:cNvGrpSpPr/>
          <p:nvPr/>
        </p:nvGrpSpPr>
        <p:grpSpPr>
          <a:xfrm>
            <a:off x="6863521" y="2951897"/>
            <a:ext cx="2316450" cy="2212375"/>
            <a:chOff x="7507625" y="2942125"/>
            <a:chExt cx="2316450" cy="2212375"/>
          </a:xfrm>
        </p:grpSpPr>
        <p:sp>
          <p:nvSpPr>
            <p:cNvPr id="85" name="Google Shape;85;p8"/>
            <p:cNvSpPr/>
            <p:nvPr/>
          </p:nvSpPr>
          <p:spPr>
            <a:xfrm flipH="1">
              <a:off x="7507625" y="49277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9452600" y="38847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407600" y="49653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9551375" y="29421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9359075" y="425717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90" name="Google Shape;90;p8"/>
          <p:cNvGrpSpPr/>
          <p:nvPr/>
        </p:nvGrpSpPr>
        <p:grpSpPr>
          <a:xfrm flipH="1" rot="10800000">
            <a:off x="-8429" y="-9725"/>
            <a:ext cx="9188400" cy="5153273"/>
            <a:chOff x="-100" y="-9725"/>
            <a:chExt cx="9188400" cy="5143500"/>
          </a:xfrm>
        </p:grpSpPr>
        <p:cxnSp>
          <p:nvCxnSpPr>
            <p:cNvPr id="91" name="Google Shape;91;p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6" name="Google Shape;96;p9"/>
          <p:cNvGrpSpPr/>
          <p:nvPr/>
        </p:nvGrpSpPr>
        <p:grpSpPr>
          <a:xfrm>
            <a:off x="-22200" y="297350"/>
            <a:ext cx="2982725" cy="4781850"/>
            <a:chOff x="-22200" y="297350"/>
            <a:chExt cx="2982725" cy="4781850"/>
          </a:xfrm>
        </p:grpSpPr>
        <p:sp>
          <p:nvSpPr>
            <p:cNvPr id="97" name="Google Shape;97;p9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 flipH="1">
              <a:off x="-22200" y="238452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2" name="Google Shape;102;p9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103" name="Google Shape;103;p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hasCustomPrompt="1" type="title"/>
          </p:nvPr>
        </p:nvSpPr>
        <p:spPr>
          <a:xfrm>
            <a:off x="713225" y="1793550"/>
            <a:ext cx="3841500" cy="1059300"/>
          </a:xfrm>
          <a:prstGeom prst="rect">
            <a:avLst/>
          </a:prstGeom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>
            <a:off x="713225" y="2852850"/>
            <a:ext cx="3841500" cy="497100"/>
          </a:xfrm>
          <a:prstGeom prst="rect">
            <a:avLst/>
          </a:prstGeom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1" name="Google Shape;111;p11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12" name="Google Shape;112;p1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2" type="title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3" type="title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4" type="title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hasCustomPrompt="1" idx="5" type="title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hasCustomPrompt="1" idx="6" type="title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/>
          <p:nvPr>
            <p:ph hasCustomPrompt="1" idx="7" type="title"/>
          </p:nvPr>
        </p:nvSpPr>
        <p:spPr>
          <a:xfrm>
            <a:off x="6790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/>
          <p:nvPr>
            <p:ph idx="1" type="subTitle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8" type="subTitle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9" type="subTitle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13" type="subTitle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4" type="subTitle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15" type="subTitle"/>
          </p:nvPr>
        </p:nvSpPr>
        <p:spPr>
          <a:xfrm>
            <a:off x="5892000" y="3391139"/>
            <a:ext cx="25320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9" name="Google Shape;129;p13"/>
          <p:cNvSpPr/>
          <p:nvPr/>
        </p:nvSpPr>
        <p:spPr>
          <a:xfrm>
            <a:off x="-3639025" y="-1269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162425" y="53900"/>
            <a:ext cx="8613450" cy="4786650"/>
            <a:chOff x="162425" y="53900"/>
            <a:chExt cx="8613450" cy="4786650"/>
          </a:xfrm>
        </p:grpSpPr>
        <p:sp>
          <p:nvSpPr>
            <p:cNvPr id="131" name="Google Shape;131;p13"/>
            <p:cNvSpPr/>
            <p:nvPr/>
          </p:nvSpPr>
          <p:spPr>
            <a:xfrm flipH="1">
              <a:off x="872475" y="539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 flipH="1">
              <a:off x="7762250" y="4689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 flipH="1">
              <a:off x="7686050" y="1292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 flipH="1">
              <a:off x="8624375" y="19284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162425" y="34569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37" name="Google Shape;137;p1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14"/>
          <p:cNvSpPr/>
          <p:nvPr/>
        </p:nvSpPr>
        <p:spPr>
          <a:xfrm>
            <a:off x="4522675" y="-38711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42" name="Google Shape;142;p14"/>
          <p:cNvGrpSpPr/>
          <p:nvPr/>
        </p:nvGrpSpPr>
        <p:grpSpPr>
          <a:xfrm>
            <a:off x="-100" y="0"/>
            <a:ext cx="9146700" cy="5146800"/>
            <a:chOff x="41600" y="-13048"/>
            <a:chExt cx="9146700" cy="5146800"/>
          </a:xfrm>
        </p:grpSpPr>
        <p:cxnSp>
          <p:nvCxnSpPr>
            <p:cNvPr id="143" name="Google Shape;143;p14"/>
            <p:cNvCxnSpPr/>
            <p:nvPr/>
          </p:nvCxnSpPr>
          <p:spPr>
            <a:xfrm>
              <a:off x="272250" y="-13048"/>
              <a:ext cx="0" cy="5146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14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5" name="Google Shape;145;p14"/>
          <p:cNvGrpSpPr/>
          <p:nvPr/>
        </p:nvGrpSpPr>
        <p:grpSpPr>
          <a:xfrm>
            <a:off x="423675" y="160575"/>
            <a:ext cx="8587500" cy="4242950"/>
            <a:chOff x="423675" y="160575"/>
            <a:chExt cx="8587500" cy="4242950"/>
          </a:xfrm>
        </p:grpSpPr>
        <p:sp>
          <p:nvSpPr>
            <p:cNvPr id="146" name="Google Shape;146;p1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 rot="10800000">
              <a:off x="8784375" y="30642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 rot="10800000">
              <a:off x="8822025" y="3901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 rot="10800000">
              <a:off x="7876950" y="2349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 rot="10800000">
              <a:off x="1957550" y="1605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 rot="10800000">
              <a:off x="423675" y="40525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 rot="10800000">
              <a:off x="8784375" y="432552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3810475" y="1270625"/>
            <a:ext cx="46203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idx="1" type="subTitle"/>
          </p:nvPr>
        </p:nvSpPr>
        <p:spPr>
          <a:xfrm>
            <a:off x="3810475" y="1810075"/>
            <a:ext cx="46203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57" name="Google Shape;157;p15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158" name="Google Shape;158;p15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713225" y="2571750"/>
            <a:ext cx="2463000" cy="10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713225" y="3503243"/>
            <a:ext cx="2463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16"/>
          <p:cNvSpPr/>
          <p:nvPr>
            <p:ph idx="2" type="pic"/>
          </p:nvPr>
        </p:nvSpPr>
        <p:spPr>
          <a:xfrm>
            <a:off x="6896850" y="742950"/>
            <a:ext cx="2267100" cy="3657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6"/>
          <p:cNvSpPr/>
          <p:nvPr>
            <p:ph idx="3" type="pic"/>
          </p:nvPr>
        </p:nvSpPr>
        <p:spPr>
          <a:xfrm>
            <a:off x="5093225" y="742950"/>
            <a:ext cx="1607700" cy="3657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"/>
          <p:cNvSpPr/>
          <p:nvPr>
            <p:ph idx="4" type="pic"/>
          </p:nvPr>
        </p:nvSpPr>
        <p:spPr>
          <a:xfrm>
            <a:off x="713150" y="742950"/>
            <a:ext cx="4184100" cy="1554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67" name="Google Shape;167;p16"/>
          <p:cNvGrpSpPr/>
          <p:nvPr/>
        </p:nvGrpSpPr>
        <p:grpSpPr>
          <a:xfrm flipH="1"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68" name="Google Shape;168;p16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6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" name="Google Shape;170;p16"/>
          <p:cNvSpPr/>
          <p:nvPr/>
        </p:nvSpPr>
        <p:spPr>
          <a:xfrm rot="10800000">
            <a:off x="2843775" y="475680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937625" y="2043315"/>
            <a:ext cx="2175300" cy="20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17"/>
          <p:cNvSpPr txBox="1"/>
          <p:nvPr>
            <p:ph idx="2" type="subTitle"/>
          </p:nvPr>
        </p:nvSpPr>
        <p:spPr>
          <a:xfrm>
            <a:off x="3484347" y="2043315"/>
            <a:ext cx="2175300" cy="20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3" type="subTitle"/>
          </p:nvPr>
        </p:nvSpPr>
        <p:spPr>
          <a:xfrm>
            <a:off x="6031075" y="2043315"/>
            <a:ext cx="2175300" cy="20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idx="4" type="subTitle"/>
          </p:nvPr>
        </p:nvSpPr>
        <p:spPr>
          <a:xfrm>
            <a:off x="937625" y="1664100"/>
            <a:ext cx="21753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5" type="subTitle"/>
          </p:nvPr>
        </p:nvSpPr>
        <p:spPr>
          <a:xfrm>
            <a:off x="3484350" y="1664100"/>
            <a:ext cx="21753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6" type="subTitle"/>
          </p:nvPr>
        </p:nvSpPr>
        <p:spPr>
          <a:xfrm>
            <a:off x="6031075" y="1664100"/>
            <a:ext cx="21753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79" name="Google Shape;179;p17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80" name="Google Shape;180;p1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1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17"/>
          <p:cNvSpPr/>
          <p:nvPr/>
        </p:nvSpPr>
        <p:spPr>
          <a:xfrm flipH="1" rot="10800000">
            <a:off x="-1760700" y="413105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83" name="Google Shape;183;p17"/>
          <p:cNvGrpSpPr/>
          <p:nvPr/>
        </p:nvGrpSpPr>
        <p:grpSpPr>
          <a:xfrm>
            <a:off x="236675" y="3018575"/>
            <a:ext cx="8451400" cy="2369425"/>
            <a:chOff x="236675" y="3018575"/>
            <a:chExt cx="8451400" cy="2369425"/>
          </a:xfrm>
        </p:grpSpPr>
        <p:sp>
          <p:nvSpPr>
            <p:cNvPr id="184" name="Google Shape;184;p17"/>
            <p:cNvSpPr/>
            <p:nvPr/>
          </p:nvSpPr>
          <p:spPr>
            <a:xfrm>
              <a:off x="236675" y="42887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720000" y="480120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236675" y="30185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8536575" y="42125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7924875" y="480120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1067574" y="1671136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8"/>
          <p:cNvSpPr txBox="1"/>
          <p:nvPr>
            <p:ph idx="2" type="subTitle"/>
          </p:nvPr>
        </p:nvSpPr>
        <p:spPr>
          <a:xfrm>
            <a:off x="4828026" y="1671136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8"/>
          <p:cNvSpPr txBox="1"/>
          <p:nvPr>
            <p:ph idx="3" type="subTitle"/>
          </p:nvPr>
        </p:nvSpPr>
        <p:spPr>
          <a:xfrm>
            <a:off x="1067574" y="3328004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4" type="subTitle"/>
          </p:nvPr>
        </p:nvSpPr>
        <p:spPr>
          <a:xfrm>
            <a:off x="4828026" y="3328004"/>
            <a:ext cx="32484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5" type="subTitle"/>
          </p:nvPr>
        </p:nvSpPr>
        <p:spPr>
          <a:xfrm>
            <a:off x="1067574" y="13305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6" type="subTitle"/>
          </p:nvPr>
        </p:nvSpPr>
        <p:spPr>
          <a:xfrm>
            <a:off x="1067574" y="29913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7" type="subTitle"/>
          </p:nvPr>
        </p:nvSpPr>
        <p:spPr>
          <a:xfrm>
            <a:off x="4827998" y="13305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8" type="subTitle"/>
          </p:nvPr>
        </p:nvSpPr>
        <p:spPr>
          <a:xfrm>
            <a:off x="4827998" y="2991375"/>
            <a:ext cx="3248400" cy="41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99" name="Google Shape;199;p18"/>
          <p:cNvGrpSpPr/>
          <p:nvPr/>
        </p:nvGrpSpPr>
        <p:grpSpPr>
          <a:xfrm flipH="1"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00" name="Google Shape;200;p1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1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2" name="Google Shape;202;p18"/>
          <p:cNvGrpSpPr/>
          <p:nvPr/>
        </p:nvGrpSpPr>
        <p:grpSpPr>
          <a:xfrm>
            <a:off x="7142850" y="2050250"/>
            <a:ext cx="2190675" cy="2839050"/>
            <a:chOff x="7142850" y="2050250"/>
            <a:chExt cx="2190675" cy="2839050"/>
          </a:xfrm>
        </p:grpSpPr>
        <p:sp>
          <p:nvSpPr>
            <p:cNvPr id="203" name="Google Shape;203;p18"/>
            <p:cNvSpPr/>
            <p:nvPr/>
          </p:nvSpPr>
          <p:spPr>
            <a:xfrm rot="10800000">
              <a:off x="7142850" y="47378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10800000">
              <a:off x="8746725" y="330772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10800000">
              <a:off x="8926725" y="26588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 rot="10800000">
              <a:off x="8746725" y="20502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 rot="10800000">
              <a:off x="8668425" y="4321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08" name="Google Shape;208;p18"/>
          <p:cNvSpPr/>
          <p:nvPr/>
        </p:nvSpPr>
        <p:spPr>
          <a:xfrm flipH="1" rot="10800000">
            <a:off x="8237200" y="38945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subTitle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2" type="subTitle"/>
          </p:nvPr>
        </p:nvSpPr>
        <p:spPr>
          <a:xfrm>
            <a:off x="3455250" y="1616196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9"/>
          <p:cNvSpPr txBox="1"/>
          <p:nvPr>
            <p:ph idx="3" type="subTitle"/>
          </p:nvPr>
        </p:nvSpPr>
        <p:spPr>
          <a:xfrm>
            <a:off x="1035375" y="3324323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9"/>
          <p:cNvSpPr txBox="1"/>
          <p:nvPr>
            <p:ph idx="4" type="subTitle"/>
          </p:nvPr>
        </p:nvSpPr>
        <p:spPr>
          <a:xfrm>
            <a:off x="3455250" y="3324323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5" type="subTitle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6" type="subTitle"/>
          </p:nvPr>
        </p:nvSpPr>
        <p:spPr>
          <a:xfrm>
            <a:off x="5875125" y="3324323"/>
            <a:ext cx="22335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9"/>
          <p:cNvSpPr txBox="1"/>
          <p:nvPr>
            <p:ph idx="7" type="subTitle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8" type="subTitle"/>
          </p:nvPr>
        </p:nvSpPr>
        <p:spPr>
          <a:xfrm>
            <a:off x="3456450" y="1312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9" type="subTitle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13" type="subTitle"/>
          </p:nvPr>
        </p:nvSpPr>
        <p:spPr>
          <a:xfrm>
            <a:off x="1035375" y="3020301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14" type="subTitle"/>
          </p:nvPr>
        </p:nvSpPr>
        <p:spPr>
          <a:xfrm>
            <a:off x="3456450" y="302030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15" type="subTitle"/>
          </p:nvPr>
        </p:nvSpPr>
        <p:spPr>
          <a:xfrm>
            <a:off x="5875125" y="302030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23" name="Google Shape;223;p19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24" name="Google Shape;224;p1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6" name="Google Shape;226;p19"/>
          <p:cNvSpPr/>
          <p:nvPr/>
        </p:nvSpPr>
        <p:spPr>
          <a:xfrm flipH="1" rot="10800000">
            <a:off x="2478750" y="-38629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27" name="Google Shape;227;p19"/>
          <p:cNvGrpSpPr/>
          <p:nvPr/>
        </p:nvGrpSpPr>
        <p:grpSpPr>
          <a:xfrm>
            <a:off x="194325" y="-388575"/>
            <a:ext cx="8741550" cy="2176725"/>
            <a:chOff x="194325" y="-388575"/>
            <a:chExt cx="8741550" cy="2176725"/>
          </a:xfrm>
        </p:grpSpPr>
        <p:sp>
          <p:nvSpPr>
            <p:cNvPr id="228" name="Google Shape;228;p19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 rot="10800000">
              <a:off x="4278600" y="-3885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 rot="10800000">
              <a:off x="194325" y="2675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 rot="10800000">
              <a:off x="421125" y="10177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 rot="10800000">
              <a:off x="268575" y="17101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/>
          <p:nvPr>
            <p:ph hasCustomPrompt="1" type="title"/>
          </p:nvPr>
        </p:nvSpPr>
        <p:spPr>
          <a:xfrm>
            <a:off x="798388" y="2052000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0"/>
          <p:cNvSpPr txBox="1"/>
          <p:nvPr>
            <p:ph idx="1" type="subTitle"/>
          </p:nvPr>
        </p:nvSpPr>
        <p:spPr>
          <a:xfrm>
            <a:off x="798400" y="2820924"/>
            <a:ext cx="34926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hasCustomPrompt="1" idx="2" type="title"/>
          </p:nvPr>
        </p:nvSpPr>
        <p:spPr>
          <a:xfrm>
            <a:off x="2825700" y="539489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20"/>
          <p:cNvSpPr txBox="1"/>
          <p:nvPr>
            <p:ph idx="3" type="subTitle"/>
          </p:nvPr>
        </p:nvSpPr>
        <p:spPr>
          <a:xfrm>
            <a:off x="2825700" y="1308400"/>
            <a:ext cx="34926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hasCustomPrompt="1" idx="4" type="title"/>
          </p:nvPr>
        </p:nvSpPr>
        <p:spPr>
          <a:xfrm>
            <a:off x="4853013" y="2052000"/>
            <a:ext cx="3492600" cy="768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20"/>
          <p:cNvSpPr txBox="1"/>
          <p:nvPr>
            <p:ph idx="5" type="subTitle"/>
          </p:nvPr>
        </p:nvSpPr>
        <p:spPr>
          <a:xfrm>
            <a:off x="4853025" y="2820924"/>
            <a:ext cx="34926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40" name="Google Shape;240;p20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41" name="Google Shape;241;p20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0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3" name="Google Shape;243;p20"/>
          <p:cNvSpPr/>
          <p:nvPr/>
        </p:nvSpPr>
        <p:spPr>
          <a:xfrm rot="10800000">
            <a:off x="424075" y="3346675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713225" y="1689338"/>
            <a:ext cx="36048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47" name="Google Shape;247;p21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48" name="Google Shape;248;p2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2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0" name="Google Shape;250;p21"/>
          <p:cNvGrpSpPr/>
          <p:nvPr/>
        </p:nvGrpSpPr>
        <p:grpSpPr>
          <a:xfrm>
            <a:off x="3387100" y="-71975"/>
            <a:ext cx="5381150" cy="3835450"/>
            <a:chOff x="3387100" y="-71975"/>
            <a:chExt cx="5381150" cy="3835450"/>
          </a:xfrm>
        </p:grpSpPr>
        <p:sp>
          <p:nvSpPr>
            <p:cNvPr id="251" name="Google Shape;251;p21"/>
            <p:cNvSpPr/>
            <p:nvPr/>
          </p:nvSpPr>
          <p:spPr>
            <a:xfrm rot="10800000">
              <a:off x="5454575" y="1938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 rot="10800000">
              <a:off x="8167300" y="2305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 rot="10800000">
              <a:off x="3387100" y="-71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rot="10800000">
              <a:off x="8616750" y="36119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55" name="Google Shape;255;p21"/>
          <p:cNvSpPr txBox="1"/>
          <p:nvPr/>
        </p:nvSpPr>
        <p:spPr>
          <a:xfrm>
            <a:off x="713225" y="3352938"/>
            <a:ext cx="36048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This presentation template was created by </a:t>
            </a:r>
            <a:r>
              <a:rPr b="1" lang="en-GB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includes icons by </a:t>
            </a:r>
            <a:r>
              <a:rPr b="1" lang="en-GB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infographics &amp; images by </a:t>
            </a:r>
            <a:r>
              <a:rPr b="1" lang="en-GB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1" sz="1000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2"/>
          <p:cNvGrpSpPr/>
          <p:nvPr/>
        </p:nvGrpSpPr>
        <p:grpSpPr>
          <a:xfrm flipH="1">
            <a:off x="-22200" y="3079850"/>
            <a:ext cx="1556325" cy="1999350"/>
            <a:chOff x="8267750" y="3079850"/>
            <a:chExt cx="1556325" cy="1999350"/>
          </a:xfrm>
        </p:grpSpPr>
        <p:sp>
          <p:nvSpPr>
            <p:cNvPr id="258" name="Google Shape;258;p22"/>
            <p:cNvSpPr/>
            <p:nvPr/>
          </p:nvSpPr>
          <p:spPr>
            <a:xfrm flipH="1">
              <a:off x="8267750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 flipH="1">
              <a:off x="9190475" y="3635025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 flipH="1">
              <a:off x="9266675" y="30798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 flipH="1">
              <a:off x="9359075" y="402282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63" name="Google Shape;263;p22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264" name="Google Shape;264;p2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2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3"/>
          <p:cNvGrpSpPr/>
          <p:nvPr/>
        </p:nvGrpSpPr>
        <p:grpSpPr>
          <a:xfrm rot="10800000">
            <a:off x="146400" y="82500"/>
            <a:ext cx="2989125" cy="4123875"/>
            <a:chOff x="6666350" y="917675"/>
            <a:chExt cx="2989125" cy="4123875"/>
          </a:xfrm>
        </p:grpSpPr>
        <p:sp>
          <p:nvSpPr>
            <p:cNvPr id="268" name="Google Shape;268;p23"/>
            <p:cNvSpPr/>
            <p:nvPr/>
          </p:nvSpPr>
          <p:spPr>
            <a:xfrm flipH="1">
              <a:off x="9428675" y="39380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9" name="Google Shape;269;p23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 flipH="1">
              <a:off x="8676125" y="49277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1" name="Google Shape;271;p23"/>
            <p:cNvSpPr/>
            <p:nvPr/>
          </p:nvSpPr>
          <p:spPr>
            <a:xfrm flipH="1">
              <a:off x="6666350" y="4794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 flipH="1">
              <a:off x="9190475" y="91767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3" name="Google Shape;273;p23"/>
          <p:cNvGrpSpPr/>
          <p:nvPr/>
        </p:nvGrpSpPr>
        <p:grpSpPr>
          <a:xfrm flipH="1">
            <a:off x="-22200" y="-9725"/>
            <a:ext cx="9188400" cy="5153273"/>
            <a:chOff x="-100" y="-9725"/>
            <a:chExt cx="9188400" cy="5143500"/>
          </a:xfrm>
        </p:grpSpPr>
        <p:cxnSp>
          <p:nvCxnSpPr>
            <p:cNvPr id="274" name="Google Shape;274;p2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utput of Screenshot</a:t>
            </a:r>
            <a:endParaRPr/>
          </a:p>
        </p:txBody>
      </p:sp>
      <p:sp>
        <p:nvSpPr>
          <p:cNvPr id="281" name="Google Shape;281;p24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75" y="576500"/>
            <a:ext cx="8839200" cy="3541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437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1250"/>
            <a:ext cx="8839199" cy="342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75" y="444900"/>
            <a:ext cx="5076825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0246" y="809721"/>
            <a:ext cx="2920175" cy="15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93750"/>
            <a:ext cx="8839203" cy="342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825" y="761350"/>
            <a:ext cx="665797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25" y="195263"/>
            <a:ext cx="6753225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00" y="43650"/>
            <a:ext cx="63436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0400" y="1918225"/>
            <a:ext cx="4843051" cy="29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50" y="152400"/>
            <a:ext cx="77376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150" y="537925"/>
            <a:ext cx="7425700" cy="379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525" y="0"/>
            <a:ext cx="5252726" cy="501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425" y="380750"/>
            <a:ext cx="4677925" cy="45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7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25" y="530063"/>
            <a:ext cx="88201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8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0" y="540938"/>
            <a:ext cx="590550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9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25" y="65400"/>
            <a:ext cx="3593950" cy="2115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33302"/>
            <a:ext cx="3567045" cy="265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3725" y="198875"/>
            <a:ext cx="2838325" cy="18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9448" y="2440175"/>
            <a:ext cx="2771601" cy="19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7202" y="244129"/>
            <a:ext cx="2474425" cy="17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0725" y="2047424"/>
            <a:ext cx="2474425" cy="18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49" y="466250"/>
            <a:ext cx="3407226" cy="22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878" y="258238"/>
            <a:ext cx="3678725" cy="27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1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50" y="1079675"/>
            <a:ext cx="3593950" cy="2817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000" y="1526750"/>
            <a:ext cx="4626224" cy="23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0383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300" y="152400"/>
            <a:ext cx="3813300" cy="28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9925" y="3136725"/>
            <a:ext cx="2610526" cy="21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3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2422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238" y="734625"/>
            <a:ext cx="46196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4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4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24225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238" y="734625"/>
            <a:ext cx="46196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5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209900" cy="44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6200" y="477500"/>
            <a:ext cx="5267576" cy="38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6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200" y="666388"/>
            <a:ext cx="5879600" cy="317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g Data Analytics Project Proposal by Slidesgo">
  <a:themeElements>
    <a:clrScheme name="Simple Light">
      <a:dk1>
        <a:srgbClr val="1F0F61"/>
      </a:dk1>
      <a:lt1>
        <a:srgbClr val="FCF1FC"/>
      </a:lt1>
      <a:dk2>
        <a:srgbClr val="EEE9F5"/>
      </a:dk2>
      <a:lt2>
        <a:srgbClr val="EEC0FB"/>
      </a:lt2>
      <a:accent1>
        <a:srgbClr val="6B5DA3"/>
      </a:accent1>
      <a:accent2>
        <a:srgbClr val="7B7B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0F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